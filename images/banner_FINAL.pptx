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</p:sldIdLst>
  <p:sldSz cx="10972800" cy="228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46498C-7D7D-4C71-A617-77EB1FE5E1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E80743-95E8-4B53-8763-44FA3436DB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BCC695-4C8A-4B10-9776-55B2DA1A30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361046-B5BD-4CD9-93BA-4EEF5B4B2D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C5EDD3-CF3C-4F87-8B95-3337B35F0A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48640" y="-30960"/>
            <a:ext cx="9874800" cy="28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6164FD-91FD-4DD9-8CF3-28FA2E76D9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F07A14-71A7-445C-B8F4-D3844CC3CE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A521C8-E81C-43B8-91E2-DCC9C035DF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3FD7FD-5120-42EC-9BA5-65C607AAAD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8F47CE-A3B1-4285-A5AA-0E719F8B7A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C80DA9-4BCF-420B-A5D1-E4F9BF2528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E073A3-3D48-4B6C-85FB-B7E280502E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935E16-EFEE-4ECC-B377-593540B85C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4161E27-1F89-42F7-A175-C25DFB3C58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AF943E-BA3C-40C7-BA3F-FE6136B61B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17E868-DB17-46F0-A574-1930183438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FF66E36-CB53-44A6-8029-B0496C2044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48640" y="-30960"/>
            <a:ext cx="9874800" cy="28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AD2F38-DBF4-462A-8B21-17E02A8DE7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9A1163-1357-43F4-8606-305EE53931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35D7A5-3980-4ABB-B5A6-E9E20F2438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3B3A80-E99C-49C3-87CD-90084CE9AA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84B0C4-9055-4508-8958-20FF2C5818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FD661E-E570-4A1B-9425-EB6604240A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4DC48D-4E04-4DB8-89A1-7A16B79E29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634920" y="2118600"/>
            <a:ext cx="370080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74972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2E68B9-BF3C-445B-B80E-28838A1CC814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75420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634920" y="2118600"/>
            <a:ext cx="370080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74972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4A0354-6193-41D3-BEF4-35BD1AD948B7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75420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48640" y="91080"/>
            <a:ext cx="98751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4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83" name="TextBox 1"/>
          <p:cNvSpPr/>
          <p:nvPr/>
        </p:nvSpPr>
        <p:spPr>
          <a:xfrm>
            <a:off x="0" y="504000"/>
            <a:ext cx="1097064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Tree-Based Models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1877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2026-05-23T15:37:15Z</dcterms:modified>
  <cp:revision>23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2</vt:r8>
  </property>
</Properties>
</file>